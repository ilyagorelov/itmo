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BCF9C-6D1C-C96A-09CE-8943DBDA7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34E149-33D8-9E38-190C-BC8727BC1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CC7E7C-808A-9FD7-E748-8F3218DE5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B9F956-F138-AE49-B792-E586D1ADD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56812C-DEA5-DCFA-C744-DE7D0D6F5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95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11E880-B590-2A64-0F0E-20F94B9F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376B5-D707-2D79-6BBD-A0549D479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6F2918-F9B7-01E5-819C-C679339CD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C46FE6-AE49-EE0F-190B-C377E290E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1589E8-1FD9-4F73-22E3-EFF3DB038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69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29C626-FA30-680C-8B03-DCC960925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D376A9-88B6-C8BF-E1BF-56E37C3DA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DF13F2-A5E3-5B64-FE60-338846AFF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2EFC71-1856-7022-19BB-8977B7B99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445906-4919-2282-9D03-C38F66201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69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B49994-54BB-E6FB-FE31-0E6977C4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F60B4C-B219-5414-68D4-6DEF5F6AA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E8725A-A100-FE4C-ECB5-FEF30E091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A404B6-0FDA-6274-89D5-2ED50C3B4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048A39-096C-4A7C-697E-B555F1CB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15135E-5774-1334-57BC-D735C2A64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908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E3893-0EC3-C3FC-F912-A1FBE9D6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E601EC-87D7-FB64-86DC-F14271010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2C8D98-6936-4024-ED7F-BA910774B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5AB64A-36EC-3BAD-8DE0-5A0A157676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75DA107-CBA5-5432-59C0-487B6F2C24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9F861A7-8B25-D425-2D5E-484F516C6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CF3F464-8450-9011-D353-45C50D3D2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C294339-ECBF-8AEE-B9B3-5D680980F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420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FBC696-EB60-A0FC-E93F-ECA633985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3ABB1AC-B89D-8350-8C74-2E93F7FA7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F12D6EF-15F3-81EE-AA49-2B8BB8BC7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DC25019-49C8-5A2D-C672-C28E74CC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2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4AFAD5E-3A7B-1BB3-E01D-6D827663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E96F285-843D-85AC-368E-57CB0395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97C8FE-A667-544C-FC22-D1088D38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915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22AC8-7E1F-D285-EB25-68E5D521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165208-F1FA-9405-B406-8514D33B1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4062B3-6E49-AF63-9671-256E32567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EAB042-A4BE-208E-32FF-FF0C6CB45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6B96E5-073C-3C64-04B1-B3D025A00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87DCB2-8050-F2A6-EEE0-F098A28F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96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29F78-59DA-A8F3-58B2-8A288DF67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F3CB3D-52F0-0371-CC7A-BE38AD486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A9FEC5-67BA-49C1-92FD-89248E259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4F6230-B59F-C9C3-3206-C00E58B89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96ABF8-5471-7C42-F3EA-507802BBA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EAE142-B2F0-5150-5219-6B5E02A8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339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5E1B4-F00E-44C7-2AB2-B6D701E6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66886FC-EBDB-A991-05B0-64A223D14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4DC6C3-18A6-DEC2-D7A5-494A8872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E0141A-3D54-4EF3-4815-437918C1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C8FE37-60D6-E2E6-C929-1DA4AE6CE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81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C72EC3D-1CD6-5694-6CB7-3DA79359C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99517D-CF12-6529-06AB-591ACE70D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D249A6-645B-4D15-D4FE-2035E5F92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37D0A4-8B74-2F28-15BE-ACA65545A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A55AE3-82B0-0241-F245-6DA32F52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192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CA7BB4-BC9E-78D7-3B2D-46DD8C1EF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93E827-326F-5D5C-6181-25BB57609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D8EC17-F2D5-06DE-75FD-E2502F3F7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68C49-0399-4E84-B579-003DDB149127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2EB43C-F3FC-BDA5-7765-4FBD9933C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2E03A-8E71-CD5A-EB23-37F62F4E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47AAD-3153-438B-BD16-E9665BBC54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355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39AF9-64BC-280A-4D83-8BF0E5F48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Fixes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E05FC-019C-6B75-0AE6-57B7F89F19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862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B92D99-66BA-BA66-DF08-BFA913023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161" y="387416"/>
            <a:ext cx="3640015" cy="256198"/>
          </a:xfrm>
        </p:spPr>
        <p:txBody>
          <a:bodyPr>
            <a:normAutofit fontScale="90000"/>
          </a:bodyPr>
          <a:lstStyle/>
          <a:p>
            <a:r>
              <a:rPr lang="en-US" dirty="0"/>
              <a:t>Client/Add.java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A9A4A2C-1C60-707D-21DA-A4EE303EE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61" y="952218"/>
            <a:ext cx="5542582" cy="5489613"/>
          </a:xfrm>
          <a:prstGeom prst="rect">
            <a:avLst/>
          </a:prstGeom>
        </p:spPr>
      </p:pic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6D570FAB-3400-24DF-7356-EA35A8FD0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51501" y="1456348"/>
            <a:ext cx="6240499" cy="4351338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1050ACC-25BE-7AFF-61DC-3819CADBE566}"/>
              </a:ext>
            </a:extLst>
          </p:cNvPr>
          <p:cNvSpPr/>
          <p:nvPr/>
        </p:nvSpPr>
        <p:spPr>
          <a:xfrm>
            <a:off x="9736015" y="5074346"/>
            <a:ext cx="1242647" cy="632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661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B92D99-66BA-BA66-DF08-BFA913023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7789985" cy="256198"/>
          </a:xfrm>
        </p:spPr>
        <p:txBody>
          <a:bodyPr>
            <a:normAutofit fontScale="90000"/>
          </a:bodyPr>
          <a:lstStyle/>
          <a:p>
            <a:r>
              <a:rPr lang="en-US" dirty="0"/>
              <a:t>Server/CollectionManager.java </a:t>
            </a:r>
            <a:r>
              <a:rPr lang="ru-RU" dirty="0"/>
              <a:t> 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C0B924-E1BA-5EC3-5910-F5A552CD2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5C41239-3891-80DB-4C64-A7ED24B19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49874"/>
            <a:ext cx="6069314" cy="435133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F78A2D7-8C29-09F2-4E92-A6E953AC2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40" y="1049214"/>
            <a:ext cx="5874498" cy="441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83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C0FD4-7B66-AA5C-EC11-6828FD6D0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49342"/>
            <a:ext cx="10515600" cy="1325563"/>
          </a:xfrm>
        </p:spPr>
        <p:txBody>
          <a:bodyPr/>
          <a:lstStyle/>
          <a:p>
            <a:r>
              <a:rPr lang="en-US" dirty="0"/>
              <a:t>Server/CollectionManager.java 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5E9F41B-0C83-1AF8-9B20-6A5605827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8934" y="1139037"/>
            <a:ext cx="5143066" cy="4351338"/>
          </a:xfr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3E8426E-80E1-A8DB-137A-A8D03F88BBA9}"/>
              </a:ext>
            </a:extLst>
          </p:cNvPr>
          <p:cNvSpPr/>
          <p:nvPr/>
        </p:nvSpPr>
        <p:spPr>
          <a:xfrm>
            <a:off x="9620467" y="3283057"/>
            <a:ext cx="1242647" cy="632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7411968-1D0B-6CF7-A02C-AA0CF5BAD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45876"/>
            <a:ext cx="6703682" cy="2501167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F900BC9-E406-A091-1ADB-F12B6BA9D9B7}"/>
              </a:ext>
            </a:extLst>
          </p:cNvPr>
          <p:cNvSpPr txBox="1">
            <a:spLocks/>
          </p:cNvSpPr>
          <p:nvPr/>
        </p:nvSpPr>
        <p:spPr>
          <a:xfrm>
            <a:off x="6096000" y="-412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Server/ProductDAO.java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1066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62290-352F-AC54-DD06-DACC4E1A4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7EBFB3-D3A0-EB84-61BE-EEDC5C6FC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7705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21</Words>
  <Application>Microsoft Office PowerPoint</Application>
  <PresentationFormat>Широкоэкранный</PresentationFormat>
  <Paragraphs>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Тема Office</vt:lpstr>
      <vt:lpstr>Fixes</vt:lpstr>
      <vt:lpstr>Client/Add.java</vt:lpstr>
      <vt:lpstr>Server/CollectionManager.java  </vt:lpstr>
      <vt:lpstr>Server/CollectionManager.java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Горелов</dc:creator>
  <cp:lastModifiedBy>Илья Горелов</cp:lastModifiedBy>
  <cp:revision>1</cp:revision>
  <dcterms:created xsi:type="dcterms:W3CDTF">2026-05-11T16:33:07Z</dcterms:created>
  <dcterms:modified xsi:type="dcterms:W3CDTF">2026-05-11T17:21:10Z</dcterms:modified>
</cp:coreProperties>
</file>