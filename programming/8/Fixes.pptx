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BCF9C-6D1C-C96A-09CE-8943DBDA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34E149-33D8-9E38-190C-BC8727BC1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CC7E7C-808A-9FD7-E748-8F3218DE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9F956-F138-AE49-B792-E586D1AD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56812C-DEA5-DCFA-C744-DE7D0D6F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5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E880-B590-2A64-0F0E-20F94B9F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376B5-D707-2D79-6BBD-A0549D47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F2918-F9B7-01E5-819C-C679339C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C46FE6-AE49-EE0F-190B-C377E290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589E8-1FD9-4F73-22E3-EFF3DB03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69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9C626-FA30-680C-8B03-DCC96092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D376A9-88B6-C8BF-E1BF-56E37C3DA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DF13F2-A5E3-5B64-FE60-338846AF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2EFC71-1856-7022-19BB-8977B7B9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445906-4919-2282-9D03-C38F6620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69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49994-54BB-E6FB-FE31-0E6977C4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60B4C-B219-5414-68D4-6DEF5F6AA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E8725A-A100-FE4C-ECB5-FEF30E091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A404B6-0FDA-6274-89D5-2ED50C3B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048A39-096C-4A7C-697E-B555F1CB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15135E-5774-1334-57BC-D735C2A6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90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E3893-0EC3-C3FC-F912-A1FBE9D6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E601EC-87D7-FB64-86DC-F14271010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2C8D98-6936-4024-ED7F-BA910774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5AB64A-36EC-3BAD-8DE0-5A0A15767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5DA107-CBA5-5432-59C0-487B6F2C2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F861A7-8B25-D425-2D5E-484F516C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F3F464-8450-9011-D353-45C50D3D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294339-ECBF-8AEE-B9B3-5D680980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42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BC696-EB60-A0FC-E93F-ECA63398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ABB1AC-B89D-8350-8C74-2E93F7FA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12D6EF-15F3-81EE-AA49-2B8BB8BC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C25019-49C8-5A2D-C672-C28E74CC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AFAD5E-3A7B-1BB3-E01D-6D827663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96F285-843D-85AC-368E-57CB0395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97C8FE-A667-544C-FC22-D1088D38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9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22AC8-7E1F-D285-EB25-68E5D521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65208-F1FA-9405-B406-8514D33B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4062B3-6E49-AF63-9671-256E32567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EAB042-A4BE-208E-32FF-FF0C6CB4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6B96E5-073C-3C64-04B1-B3D025A0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87DCB2-8050-F2A6-EEE0-F098A28F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9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29F78-59DA-A8F3-58B2-8A288DF6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F3CB3D-52F0-0371-CC7A-BE38AD486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A9FEC5-67BA-49C1-92FD-89248E259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4F6230-B59F-C9C3-3206-C00E58B8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96ABF8-5471-7C42-F3EA-507802BB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EAE142-B2F0-5150-5219-6B5E02A8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3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5E1B4-F00E-44C7-2AB2-B6D701E6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6886FC-EBDB-A991-05B0-64A223D1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4DC6C3-18A6-DEC2-D7A5-494A8872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E0141A-3D54-4EF3-4815-437918C1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8FE37-60D6-E2E6-C929-1DA4AE6C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81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72EC3D-1CD6-5694-6CB7-3DA79359C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99517D-CF12-6529-06AB-591ACE70D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D249A6-645B-4D15-D4FE-2035E5F9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7D0A4-8B74-2F28-15BE-ACA65545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55AE3-82B0-0241-F245-6DA32F5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9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A7BB4-BC9E-78D7-3B2D-46DD8C1E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93E827-326F-5D5C-6181-25BB57609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D8EC17-F2D5-06DE-75FD-E2502F3F7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2EB43C-F3FC-BDA5-7765-4FBD9933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2E03A-8E71-CD5A-EB23-37F62F4E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35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9AF9-64BC-280A-4D83-8BF0E5F48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E05FC-019C-6B75-0AE6-57B7F89F19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862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92D99-66BA-BA66-DF08-BFA91302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1" y="387416"/>
            <a:ext cx="3640015" cy="256198"/>
          </a:xfrm>
        </p:spPr>
        <p:txBody>
          <a:bodyPr>
            <a:normAutofit fontScale="90000"/>
          </a:bodyPr>
          <a:lstStyle/>
          <a:p>
            <a:r>
              <a:rPr lang="en-US" dirty="0"/>
              <a:t>Client/Add.java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9A4A2C-1C60-707D-21DA-A4EE303E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1" y="952218"/>
            <a:ext cx="5542582" cy="5489613"/>
          </a:xfrm>
          <a:prstGeom prst="rect">
            <a:avLst/>
          </a:prstGeom>
        </p:spPr>
      </p:pic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6D570FAB-3400-24DF-7356-EA35A8FD0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51501" y="1456348"/>
            <a:ext cx="6240499" cy="4351338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1050ACC-25BE-7AFF-61DC-3819CADBE566}"/>
              </a:ext>
            </a:extLst>
          </p:cNvPr>
          <p:cNvSpPr/>
          <p:nvPr/>
        </p:nvSpPr>
        <p:spPr>
          <a:xfrm>
            <a:off x="9736015" y="5074346"/>
            <a:ext cx="1242647" cy="632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66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92D99-66BA-BA66-DF08-BFA91302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789985" cy="256198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Server/CollectionManager.java </a:t>
            </a:r>
            <a:r>
              <a:rPr lang="ru-RU" dirty="0"/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C0B924-E1BA-5EC3-5910-F5A552CD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5C41239-3891-80DB-4C64-A7ED24B1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9874"/>
            <a:ext cx="6069314" cy="435133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F78A2D7-8C29-09F2-4E92-A6E953AC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40" y="1049214"/>
            <a:ext cx="5874498" cy="441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C0FD4-7B66-AA5C-EC11-6828FD6D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342"/>
            <a:ext cx="10515600" cy="1325563"/>
          </a:xfrm>
        </p:spPr>
        <p:txBody>
          <a:bodyPr/>
          <a:lstStyle/>
          <a:p>
            <a:r>
              <a:rPr lang="en-US" dirty="0"/>
              <a:t>Server/CollectionManager.java 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5E9F41B-0C83-1AF8-9B20-6A5605827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934" y="1139037"/>
            <a:ext cx="5143066" cy="4351338"/>
          </a:xfr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3E8426E-80E1-A8DB-137A-A8D03F88BBA9}"/>
              </a:ext>
            </a:extLst>
          </p:cNvPr>
          <p:cNvSpPr/>
          <p:nvPr/>
        </p:nvSpPr>
        <p:spPr>
          <a:xfrm>
            <a:off x="9620467" y="3283057"/>
            <a:ext cx="1242647" cy="632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411968-1D0B-6CF7-A02C-AA0CF5BA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5876"/>
            <a:ext cx="6703682" cy="25011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F900BC9-E406-A091-1ADB-F12B6BA9D9B7}"/>
              </a:ext>
            </a:extLst>
          </p:cNvPr>
          <p:cNvSpPr txBox="1">
            <a:spLocks/>
          </p:cNvSpPr>
          <p:nvPr/>
        </p:nvSpPr>
        <p:spPr>
          <a:xfrm>
            <a:off x="6096000" y="-412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Server/ProductDAO.java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06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62290-352F-AC54-DD06-DACC4E1A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Server/CommandExecuter.java</a:t>
            </a:r>
            <a:endParaRPr lang="ru-RU" sz="32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8C9945B-7143-54B2-4D0C-3643D0160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279" y="1667363"/>
            <a:ext cx="4379441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A9ED3B-D303-6ACB-4FFB-76FAF2809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118" y="1343818"/>
            <a:ext cx="4558171" cy="481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62290-352F-AC54-DD06-DACC4E1A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Server/CommandExecuter.java</a:t>
            </a:r>
            <a:endParaRPr lang="ru-RU" sz="32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8F25378-FC59-0496-0EE3-0330E9F44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294" y="1550133"/>
            <a:ext cx="7497690" cy="4351338"/>
          </a:xfrm>
        </p:spPr>
      </p:pic>
    </p:spTree>
    <p:extLst>
      <p:ext uri="{BB962C8B-B14F-4D97-AF65-F5344CB8AC3E}">
        <p14:creationId xmlns:p14="http://schemas.microsoft.com/office/powerpoint/2010/main" val="14829650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</Words>
  <Application>Microsoft Office PowerPoint</Application>
  <PresentationFormat>Широкоэкранный</PresentationFormat>
  <Paragraphs>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Fixes</vt:lpstr>
      <vt:lpstr>Client/Add.java</vt:lpstr>
      <vt:lpstr>Server/CollectionManager.java  </vt:lpstr>
      <vt:lpstr>Server/CollectionManager.java </vt:lpstr>
      <vt:lpstr>Server/CommandExecuter.java</vt:lpstr>
      <vt:lpstr>Server/CommandExecuter.java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Горелов</dc:creator>
  <cp:lastModifiedBy>Илья Горелов</cp:lastModifiedBy>
  <cp:revision>2</cp:revision>
  <dcterms:created xsi:type="dcterms:W3CDTF">2026-05-11T16:33:07Z</dcterms:created>
  <dcterms:modified xsi:type="dcterms:W3CDTF">2026-05-11T17:29:39Z</dcterms:modified>
</cp:coreProperties>
</file>